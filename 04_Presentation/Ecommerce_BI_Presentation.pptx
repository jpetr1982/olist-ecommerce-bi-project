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Business Performance &amp; Customer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End-to-End BI Project: From Relational Database to Executive Presentation</a:t>
            </a:r>
          </a:p>
          <a:p>
            <a:endParaRPr dirty="0"/>
          </a:p>
          <a:p>
            <a:r>
              <a:rPr dirty="0"/>
              <a:t>Data Scientist &amp; BI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E-Commerce BI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Data Source</a:t>
            </a:r>
            <a:br/>
            <a:r>
              <a:t>• Analysis of real Olist e-commerce orders.</a:t>
            </a:r>
            <a:br/>
            <a:br/>
            <a:r>
              <a:t>2. SQL (PostgreSQL)</a:t>
            </a:r>
            <a:br/>
            <a:r>
              <a:t>• Relational schema (DDL)</a:t>
            </a:r>
            <a:br/>
            <a:r>
              <a:t>• CSV import</a:t>
            </a:r>
            <a:br/>
            <a:r>
              <a:t>• Creation of view_master_sales (delivered orders only)</a:t>
            </a:r>
            <a:br/>
            <a:br/>
            <a:r>
              <a:t>3. Excel Analysis</a:t>
            </a:r>
            <a:br/>
            <a:r>
              <a:t>• Pivot Tables for quick business insights</a:t>
            </a:r>
            <a:br/>
            <a:br/>
            <a:r>
              <a:t>4. Power BI Dashboard</a:t>
            </a:r>
            <a:br/>
            <a:r>
              <a:t>• Calendar Table</a:t>
            </a:r>
            <a:br/>
            <a:r>
              <a:t>• DAX Measures</a:t>
            </a:r>
            <a:br/>
            <a:r>
              <a:t>• Interactive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E-Commerce BI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Total Sales: $1,962.79</a:t>
            </a:r>
            <a:br/>
            <a:br/>
            <a:r>
              <a:t>Total Orders: 10</a:t>
            </a:r>
            <a:br/>
            <a:br/>
            <a:r>
              <a:t>Average Order Value (AOV): $196.28</a:t>
            </a:r>
            <a:br/>
            <a:br/>
            <a:r>
              <a:t>Business Insight:</a:t>
            </a:r>
            <a:br/>
            <a:r>
              <a:t>Customers tend to place relatively high-value orders, indicating either premium products or multi-item baskets.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E-Commerce BI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Evolution &amp; Seasonality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Monthly Sales:</a:t>
            </a:r>
            <a:br>
              <a:rPr dirty="0"/>
            </a:br>
            <a:br>
              <a:rPr dirty="0"/>
            </a:br>
            <a:r>
              <a:rPr dirty="0"/>
              <a:t>• Jul-2018: $946.14 (Peak Month)</a:t>
            </a:r>
            <a:br>
              <a:rPr dirty="0"/>
            </a:br>
            <a:r>
              <a:rPr dirty="0"/>
              <a:t>• Strong months: Feb-2017, Apr-2017, Jan-2018</a:t>
            </a:r>
            <a:br>
              <a:rPr dirty="0"/>
            </a:br>
            <a:r>
              <a:rPr dirty="0"/>
              <a:t>• Low activity: May-2017, Aug-2018</a:t>
            </a:r>
            <a:br>
              <a:rPr dirty="0"/>
            </a:br>
            <a:br>
              <a:rPr dirty="0"/>
            </a:br>
            <a:r>
              <a:rPr dirty="0"/>
              <a:t>Strategic Recommendation:</a:t>
            </a:r>
            <a:br>
              <a:rPr dirty="0"/>
            </a:br>
            <a:r>
              <a:rPr dirty="0"/>
              <a:t>Launch promotional campaigns during low-demand periods.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E-Commerce BI Project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13FE8FB0-A5B8-7E88-033D-D78CC4431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69" y="4126802"/>
            <a:ext cx="5084262" cy="1999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&amp; Payment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Top Categories:</a:t>
            </a:r>
            <a:br>
              <a:rPr dirty="0"/>
            </a:br>
            <a:r>
              <a:rPr dirty="0"/>
              <a:t>• Ferramentas Jardim: $1,098.79</a:t>
            </a:r>
            <a:br>
              <a:rPr dirty="0"/>
            </a:br>
            <a:r>
              <a:rPr dirty="0"/>
              <a:t>• Pet Shop: $259.83</a:t>
            </a:r>
            <a:br>
              <a:rPr dirty="0"/>
            </a:br>
            <a:r>
              <a:rPr dirty="0"/>
              <a:t>• </a:t>
            </a:r>
            <a:r>
              <a:rPr dirty="0" err="1"/>
              <a:t>Moveis</a:t>
            </a:r>
            <a:r>
              <a:rPr dirty="0"/>
              <a:t> </a:t>
            </a:r>
            <a:r>
              <a:rPr dirty="0" err="1"/>
              <a:t>Decoracao</a:t>
            </a:r>
            <a:r>
              <a:rPr dirty="0"/>
              <a:t>: $216.87</a:t>
            </a:r>
            <a:br>
              <a:rPr dirty="0"/>
            </a:br>
            <a:br>
              <a:rPr dirty="0"/>
            </a:br>
            <a:r>
              <a:rPr dirty="0"/>
              <a:t>Payment Distribution:</a:t>
            </a:r>
            <a:br>
              <a:rPr dirty="0"/>
            </a:br>
            <a:r>
              <a:rPr dirty="0"/>
              <a:t>• Credit Card: 98.2%</a:t>
            </a:r>
            <a:br>
              <a:rPr dirty="0"/>
            </a:br>
            <a:r>
              <a:rPr dirty="0"/>
              <a:t>• </a:t>
            </a:r>
            <a:r>
              <a:rPr dirty="0" err="1"/>
              <a:t>Boleto</a:t>
            </a:r>
            <a:r>
              <a:rPr dirty="0"/>
              <a:t>: 1.8%</a:t>
            </a:r>
            <a:br>
              <a:rPr dirty="0"/>
            </a:br>
            <a:br>
              <a:rPr dirty="0"/>
            </a:br>
            <a:r>
              <a:rPr dirty="0"/>
              <a:t>Recommendation:</a:t>
            </a:r>
            <a:br>
              <a:rPr dirty="0"/>
            </a:br>
            <a:r>
              <a:rPr dirty="0"/>
              <a:t>Develop loyalty campaigns around card payments.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E-Commerce BI Project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4AD4B1F8-BA2A-FADD-555A-2BDE4727C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27" y="2133487"/>
            <a:ext cx="3154953" cy="2591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Focus inventory investment on Garden Tools.</a:t>
            </a:r>
            <a:br/>
            <a:br/>
            <a:r>
              <a:t>• Negotiate lower transaction fees with card providers.</a:t>
            </a:r>
            <a:br/>
            <a:br/>
            <a:r>
              <a:t>• The PostgreSQL → Power BI pipeline is fully scalable.</a:t>
            </a:r>
            <a:br/>
            <a:br/>
            <a:r>
              <a:t>• New records can automatically refresh dashboard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E-Commerce BI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334</Words>
  <Application>Microsoft Office PowerPoint</Application>
  <PresentationFormat>Προβολή στην οθόνη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E-Commerce Business Performance &amp; Customer Insights</vt:lpstr>
      <vt:lpstr>Data Pipeline &amp; Project Architecture</vt:lpstr>
      <vt:lpstr>Key Performance Indicators (KPIs)</vt:lpstr>
      <vt:lpstr>Sales Evolution &amp; Seasonality Analysis</vt:lpstr>
      <vt:lpstr>Product Performance &amp; Payment Methods</vt:lpstr>
      <vt:lpstr>Strategic Takeaways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Δημήτρης Πετρίδης</dc:creator>
  <cp:keywords/>
  <dc:description>generated using python-pptx</dc:description>
  <cp:lastModifiedBy>Δημήτρης Πετρίδης</cp:lastModifiedBy>
  <cp:revision>2</cp:revision>
  <dcterms:created xsi:type="dcterms:W3CDTF">2013-01-27T09:14:16Z</dcterms:created>
  <dcterms:modified xsi:type="dcterms:W3CDTF">2026-06-04T06:12:12Z</dcterms:modified>
  <cp:category/>
</cp:coreProperties>
</file>